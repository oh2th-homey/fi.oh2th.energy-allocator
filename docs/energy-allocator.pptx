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525000" cy="6667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4"/>
    <p:restoredTop sz="94673"/>
  </p:normalViewPr>
  <p:slideViewPr>
    <p:cSldViewPr snapToGrid="0">
      <p:cViewPr varScale="1">
        <p:scale>
          <a:sx n="215" d="100"/>
          <a:sy n="215" d="100"/>
        </p:scale>
        <p:origin x="51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Grid</c:v>
                </c:pt>
              </c:strCache>
            </c:strRef>
          </c:tx>
          <c:spPr>
            <a:solidFill>
              <a:schemeClr val="accent1">
                <a:alpha val="70137"/>
              </a:schemeClr>
            </a:solidFill>
            <a:ln>
              <a:noFill/>
            </a:ln>
            <a:effectLst/>
            <a:sp3d/>
          </c:spPr>
          <c:invertIfNegative val="0"/>
          <c:cat>
            <c:numRef>
              <c:f>Sheet1!$A$2:$A$4</c:f>
              <c:numCache>
                <c:formatCode>h:mm</c:formatCode>
                <c:ptCount val="3"/>
                <c:pt idx="0">
                  <c:v>0.33333333333333331</c:v>
                </c:pt>
                <c:pt idx="1">
                  <c:v>0.5</c:v>
                </c:pt>
                <c:pt idx="2">
                  <c:v>0.66666666666666663</c:v>
                </c:pt>
              </c:numCache>
            </c:num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</c:v>
                </c:pt>
                <c:pt idx="1">
                  <c:v>1000</c:v>
                </c:pt>
                <c:pt idx="2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4F-DC40-8B17-0979BA3842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Solar</c:v>
                </c:pt>
              </c:strCache>
            </c:strRef>
          </c:tx>
          <c:spPr>
            <a:solidFill>
              <a:schemeClr val="accent2">
                <a:alpha val="70287"/>
              </a:schemeClr>
            </a:solidFill>
            <a:ln>
              <a:noFill/>
            </a:ln>
            <a:effectLst/>
            <a:sp3d/>
          </c:spPr>
          <c:invertIfNegative val="0"/>
          <c:cat>
            <c:numRef>
              <c:f>Sheet1!$A$2:$A$4</c:f>
              <c:numCache>
                <c:formatCode>h:mm</c:formatCode>
                <c:ptCount val="3"/>
                <c:pt idx="0">
                  <c:v>0.33333333333333331</c:v>
                </c:pt>
                <c:pt idx="1">
                  <c:v>0.5</c:v>
                </c:pt>
                <c:pt idx="2">
                  <c:v>0.66666666666666663</c:v>
                </c:pt>
              </c:numCache>
            </c:num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1500</c:v>
                </c:pt>
                <c:pt idx="1">
                  <c:v>4000</c:v>
                </c:pt>
                <c:pt idx="2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4F-DC40-8B17-0979BA3842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Battery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  <a:sp3d/>
          </c:spPr>
          <c:invertIfNegative val="0"/>
          <c:cat>
            <c:numRef>
              <c:f>Sheet1!$A$2:$A$4</c:f>
              <c:numCache>
                <c:formatCode>h:mm</c:formatCode>
                <c:ptCount val="3"/>
                <c:pt idx="0">
                  <c:v>0.33333333333333331</c:v>
                </c:pt>
                <c:pt idx="1">
                  <c:v>0.5</c:v>
                </c:pt>
                <c:pt idx="2">
                  <c:v>0.66666666666666663</c:v>
                </c:pt>
              </c:numCache>
            </c:numRef>
          </c:cat>
          <c:val>
            <c:numRef>
              <c:f>Sheet1!$D$2:$D$4</c:f>
              <c:numCache>
                <c:formatCode>General</c:formatCode>
                <c:ptCount val="3"/>
                <c:pt idx="0">
                  <c:v>500</c:v>
                </c:pt>
                <c:pt idx="2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4F-DC40-8B17-0979BA384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489454400"/>
        <c:axId val="1489453056"/>
        <c:axId val="0"/>
      </c:bar3DChart>
      <c:catAx>
        <c:axId val="1489454400"/>
        <c:scaling>
          <c:orientation val="minMax"/>
        </c:scaling>
        <c:delete val="1"/>
        <c:axPos val="b"/>
        <c:numFmt formatCode="h:mm" sourceLinked="1"/>
        <c:majorTickMark val="none"/>
        <c:minorTickMark val="none"/>
        <c:tickLblPos val="nextTo"/>
        <c:crossAx val="1489453056"/>
        <c:crosses val="autoZero"/>
        <c:auto val="1"/>
        <c:lblAlgn val="ctr"/>
        <c:lblOffset val="100"/>
        <c:noMultiLvlLbl val="0"/>
      </c:catAx>
      <c:valAx>
        <c:axId val="148945305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894544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alpha val="0"/>
      </a:schemeClr>
    </a:solidFill>
    <a:ln>
      <a:noFill/>
    </a:ln>
    <a:effectLst/>
  </c:spPr>
  <c:txPr>
    <a:bodyPr/>
    <a:lstStyle/>
    <a:p>
      <a:pPr>
        <a:defRPr/>
      </a:pPr>
      <a:endParaRPr lang="en-FI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75" y="1091186"/>
            <a:ext cx="8096250" cy="2321278"/>
          </a:xfrm>
        </p:spPr>
        <p:txBody>
          <a:bodyPr anchor="b"/>
          <a:lstStyle>
            <a:lvl1pPr algn="ctr">
              <a:defRPr sz="58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0625" y="3501981"/>
            <a:ext cx="7143750" cy="1609769"/>
          </a:xfrm>
        </p:spPr>
        <p:txBody>
          <a:bodyPr/>
          <a:lstStyle>
            <a:lvl1pPr marL="0" indent="0" algn="ctr">
              <a:buNone/>
              <a:defRPr sz="2333"/>
            </a:lvl1pPr>
            <a:lvl2pPr marL="444490" indent="0" algn="ctr">
              <a:buNone/>
              <a:defRPr sz="1944"/>
            </a:lvl2pPr>
            <a:lvl3pPr marL="888980" indent="0" algn="ctr">
              <a:buNone/>
              <a:defRPr sz="1750"/>
            </a:lvl3pPr>
            <a:lvl4pPr marL="1333470" indent="0" algn="ctr">
              <a:buNone/>
              <a:defRPr sz="1556"/>
            </a:lvl4pPr>
            <a:lvl5pPr marL="1777959" indent="0" algn="ctr">
              <a:buNone/>
              <a:defRPr sz="1556"/>
            </a:lvl5pPr>
            <a:lvl6pPr marL="2222449" indent="0" algn="ctr">
              <a:buNone/>
              <a:defRPr sz="1556"/>
            </a:lvl6pPr>
            <a:lvl7pPr marL="2666939" indent="0" algn="ctr">
              <a:buNone/>
              <a:defRPr sz="1556"/>
            </a:lvl7pPr>
            <a:lvl8pPr marL="3111429" indent="0" algn="ctr">
              <a:buNone/>
              <a:defRPr sz="1556"/>
            </a:lvl8pPr>
            <a:lvl9pPr marL="3555919" indent="0" algn="ctr">
              <a:buNone/>
              <a:defRPr sz="155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459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42586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3" y="1662247"/>
            <a:ext cx="8215313" cy="2773494"/>
          </a:xfrm>
        </p:spPr>
        <p:txBody>
          <a:bodyPr anchor="b"/>
          <a:lstStyle>
            <a:lvl1pPr>
              <a:defRPr sz="583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9883" y="4461979"/>
            <a:ext cx="8215313" cy="1458515"/>
          </a:xfrm>
        </p:spPr>
        <p:txBody>
          <a:bodyPr/>
          <a:lstStyle>
            <a:lvl1pPr marL="0" indent="0">
              <a:buNone/>
              <a:defRPr sz="2333">
                <a:solidFill>
                  <a:schemeClr val="tx1">
                    <a:tint val="82000"/>
                  </a:schemeClr>
                </a:solidFill>
              </a:defRPr>
            </a:lvl1pPr>
            <a:lvl2pPr marL="444490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2pPr>
            <a:lvl3pPr marL="888980" indent="0">
              <a:buNone/>
              <a:defRPr sz="1750">
                <a:solidFill>
                  <a:schemeClr val="tx1">
                    <a:tint val="82000"/>
                  </a:schemeClr>
                </a:solidFill>
              </a:defRPr>
            </a:lvl3pPr>
            <a:lvl4pPr marL="1333470" indent="0">
              <a:buNone/>
              <a:defRPr sz="1556">
                <a:solidFill>
                  <a:schemeClr val="tx1">
                    <a:tint val="82000"/>
                  </a:schemeClr>
                </a:solidFill>
              </a:defRPr>
            </a:lvl4pPr>
            <a:lvl5pPr marL="1777959" indent="0">
              <a:buNone/>
              <a:defRPr sz="1556">
                <a:solidFill>
                  <a:schemeClr val="tx1">
                    <a:tint val="82000"/>
                  </a:schemeClr>
                </a:solidFill>
              </a:defRPr>
            </a:lvl5pPr>
            <a:lvl6pPr marL="2222449" indent="0">
              <a:buNone/>
              <a:defRPr sz="1556">
                <a:solidFill>
                  <a:schemeClr val="tx1">
                    <a:tint val="82000"/>
                  </a:schemeClr>
                </a:solidFill>
              </a:defRPr>
            </a:lvl6pPr>
            <a:lvl7pPr marL="2666939" indent="0">
              <a:buNone/>
              <a:defRPr sz="1556">
                <a:solidFill>
                  <a:schemeClr val="tx1">
                    <a:tint val="82000"/>
                  </a:schemeClr>
                </a:solidFill>
              </a:defRPr>
            </a:lvl7pPr>
            <a:lvl8pPr marL="3111429" indent="0">
              <a:buNone/>
              <a:defRPr sz="1556">
                <a:solidFill>
                  <a:schemeClr val="tx1">
                    <a:tint val="82000"/>
                  </a:schemeClr>
                </a:solidFill>
              </a:defRPr>
            </a:lvl8pPr>
            <a:lvl9pPr marL="3555919" indent="0">
              <a:buNone/>
              <a:defRPr sz="15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9632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4844" y="1774913"/>
            <a:ext cx="4048125" cy="42304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2031" y="1774913"/>
            <a:ext cx="4048125" cy="423046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11219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4" y="354984"/>
            <a:ext cx="8215313" cy="128874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6085" y="1634464"/>
            <a:ext cx="4029521" cy="801026"/>
          </a:xfrm>
        </p:spPr>
        <p:txBody>
          <a:bodyPr anchor="b"/>
          <a:lstStyle>
            <a:lvl1pPr marL="0" indent="0">
              <a:buNone/>
              <a:defRPr sz="2333" b="1"/>
            </a:lvl1pPr>
            <a:lvl2pPr marL="444490" indent="0">
              <a:buNone/>
              <a:defRPr sz="1944" b="1"/>
            </a:lvl2pPr>
            <a:lvl3pPr marL="888980" indent="0">
              <a:buNone/>
              <a:defRPr sz="1750" b="1"/>
            </a:lvl3pPr>
            <a:lvl4pPr marL="1333470" indent="0">
              <a:buNone/>
              <a:defRPr sz="1556" b="1"/>
            </a:lvl4pPr>
            <a:lvl5pPr marL="1777959" indent="0">
              <a:buNone/>
              <a:defRPr sz="1556" b="1"/>
            </a:lvl5pPr>
            <a:lvl6pPr marL="2222449" indent="0">
              <a:buNone/>
              <a:defRPr sz="1556" b="1"/>
            </a:lvl6pPr>
            <a:lvl7pPr marL="2666939" indent="0">
              <a:buNone/>
              <a:defRPr sz="1556" b="1"/>
            </a:lvl7pPr>
            <a:lvl8pPr marL="3111429" indent="0">
              <a:buNone/>
              <a:defRPr sz="1556" b="1"/>
            </a:lvl8pPr>
            <a:lvl9pPr marL="3555919" indent="0">
              <a:buNone/>
              <a:defRPr sz="15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085" y="2435490"/>
            <a:ext cx="4029521" cy="3582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2032" y="1634464"/>
            <a:ext cx="4049366" cy="801026"/>
          </a:xfrm>
        </p:spPr>
        <p:txBody>
          <a:bodyPr anchor="b"/>
          <a:lstStyle>
            <a:lvl1pPr marL="0" indent="0">
              <a:buNone/>
              <a:defRPr sz="2333" b="1"/>
            </a:lvl1pPr>
            <a:lvl2pPr marL="444490" indent="0">
              <a:buNone/>
              <a:defRPr sz="1944" b="1"/>
            </a:lvl2pPr>
            <a:lvl3pPr marL="888980" indent="0">
              <a:buNone/>
              <a:defRPr sz="1750" b="1"/>
            </a:lvl3pPr>
            <a:lvl4pPr marL="1333470" indent="0">
              <a:buNone/>
              <a:defRPr sz="1556" b="1"/>
            </a:lvl4pPr>
            <a:lvl5pPr marL="1777959" indent="0">
              <a:buNone/>
              <a:defRPr sz="1556" b="1"/>
            </a:lvl5pPr>
            <a:lvl6pPr marL="2222449" indent="0">
              <a:buNone/>
              <a:defRPr sz="1556" b="1"/>
            </a:lvl6pPr>
            <a:lvl7pPr marL="2666939" indent="0">
              <a:buNone/>
              <a:defRPr sz="1556" b="1"/>
            </a:lvl7pPr>
            <a:lvl8pPr marL="3111429" indent="0">
              <a:buNone/>
              <a:defRPr sz="1556" b="1"/>
            </a:lvl8pPr>
            <a:lvl9pPr marL="3555919" indent="0">
              <a:buNone/>
              <a:defRPr sz="15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2032" y="2435490"/>
            <a:ext cx="4049366" cy="3582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6193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87701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0288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444500"/>
            <a:ext cx="3072060" cy="1555750"/>
          </a:xfrm>
        </p:spPr>
        <p:txBody>
          <a:bodyPr anchor="b"/>
          <a:lstStyle>
            <a:lvl1pPr>
              <a:defRPr sz="31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66" y="959998"/>
            <a:ext cx="4822031" cy="4738247"/>
          </a:xfrm>
        </p:spPr>
        <p:txBody>
          <a:bodyPr/>
          <a:lstStyle>
            <a:lvl1pPr>
              <a:defRPr sz="3111"/>
            </a:lvl1pPr>
            <a:lvl2pPr>
              <a:defRPr sz="2722"/>
            </a:lvl2pPr>
            <a:lvl3pPr>
              <a:defRPr sz="2333"/>
            </a:lvl3pPr>
            <a:lvl4pPr>
              <a:defRPr sz="1944"/>
            </a:lvl4pPr>
            <a:lvl5pPr>
              <a:defRPr sz="1944"/>
            </a:lvl5pPr>
            <a:lvl6pPr>
              <a:defRPr sz="1944"/>
            </a:lvl6pPr>
            <a:lvl7pPr>
              <a:defRPr sz="1944"/>
            </a:lvl7pPr>
            <a:lvl8pPr>
              <a:defRPr sz="1944"/>
            </a:lvl8pPr>
            <a:lvl9pPr>
              <a:defRPr sz="194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2000250"/>
            <a:ext cx="3072060" cy="3705711"/>
          </a:xfrm>
        </p:spPr>
        <p:txBody>
          <a:bodyPr/>
          <a:lstStyle>
            <a:lvl1pPr marL="0" indent="0">
              <a:buNone/>
              <a:defRPr sz="1556"/>
            </a:lvl1pPr>
            <a:lvl2pPr marL="444490" indent="0">
              <a:buNone/>
              <a:defRPr sz="1361"/>
            </a:lvl2pPr>
            <a:lvl3pPr marL="888980" indent="0">
              <a:buNone/>
              <a:defRPr sz="1167"/>
            </a:lvl3pPr>
            <a:lvl4pPr marL="1333470" indent="0">
              <a:buNone/>
              <a:defRPr sz="972"/>
            </a:lvl4pPr>
            <a:lvl5pPr marL="1777959" indent="0">
              <a:buNone/>
              <a:defRPr sz="972"/>
            </a:lvl5pPr>
            <a:lvl6pPr marL="2222449" indent="0">
              <a:buNone/>
              <a:defRPr sz="972"/>
            </a:lvl6pPr>
            <a:lvl7pPr marL="2666939" indent="0">
              <a:buNone/>
              <a:defRPr sz="972"/>
            </a:lvl7pPr>
            <a:lvl8pPr marL="3111429" indent="0">
              <a:buNone/>
              <a:defRPr sz="972"/>
            </a:lvl8pPr>
            <a:lvl9pPr marL="3555919" indent="0">
              <a:buNone/>
              <a:defRPr sz="97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52521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6085" y="444500"/>
            <a:ext cx="3072060" cy="1555750"/>
          </a:xfrm>
        </p:spPr>
        <p:txBody>
          <a:bodyPr anchor="b"/>
          <a:lstStyle>
            <a:lvl1pPr>
              <a:defRPr sz="311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49366" y="959998"/>
            <a:ext cx="4822031" cy="4738247"/>
          </a:xfrm>
        </p:spPr>
        <p:txBody>
          <a:bodyPr anchor="t"/>
          <a:lstStyle>
            <a:lvl1pPr marL="0" indent="0">
              <a:buNone/>
              <a:defRPr sz="3111"/>
            </a:lvl1pPr>
            <a:lvl2pPr marL="444490" indent="0">
              <a:buNone/>
              <a:defRPr sz="2722"/>
            </a:lvl2pPr>
            <a:lvl3pPr marL="888980" indent="0">
              <a:buNone/>
              <a:defRPr sz="2333"/>
            </a:lvl3pPr>
            <a:lvl4pPr marL="1333470" indent="0">
              <a:buNone/>
              <a:defRPr sz="1944"/>
            </a:lvl4pPr>
            <a:lvl5pPr marL="1777959" indent="0">
              <a:buNone/>
              <a:defRPr sz="1944"/>
            </a:lvl5pPr>
            <a:lvl6pPr marL="2222449" indent="0">
              <a:buNone/>
              <a:defRPr sz="1944"/>
            </a:lvl6pPr>
            <a:lvl7pPr marL="2666939" indent="0">
              <a:buNone/>
              <a:defRPr sz="1944"/>
            </a:lvl7pPr>
            <a:lvl8pPr marL="3111429" indent="0">
              <a:buNone/>
              <a:defRPr sz="1944"/>
            </a:lvl8pPr>
            <a:lvl9pPr marL="3555919" indent="0">
              <a:buNone/>
              <a:defRPr sz="1944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6085" y="2000250"/>
            <a:ext cx="3072060" cy="3705711"/>
          </a:xfrm>
        </p:spPr>
        <p:txBody>
          <a:bodyPr/>
          <a:lstStyle>
            <a:lvl1pPr marL="0" indent="0">
              <a:buNone/>
              <a:defRPr sz="1556"/>
            </a:lvl1pPr>
            <a:lvl2pPr marL="444490" indent="0">
              <a:buNone/>
              <a:defRPr sz="1361"/>
            </a:lvl2pPr>
            <a:lvl3pPr marL="888980" indent="0">
              <a:buNone/>
              <a:defRPr sz="1167"/>
            </a:lvl3pPr>
            <a:lvl4pPr marL="1333470" indent="0">
              <a:buNone/>
              <a:defRPr sz="972"/>
            </a:lvl4pPr>
            <a:lvl5pPr marL="1777959" indent="0">
              <a:buNone/>
              <a:defRPr sz="972"/>
            </a:lvl5pPr>
            <a:lvl6pPr marL="2222449" indent="0">
              <a:buNone/>
              <a:defRPr sz="972"/>
            </a:lvl6pPr>
            <a:lvl7pPr marL="2666939" indent="0">
              <a:buNone/>
              <a:defRPr sz="972"/>
            </a:lvl7pPr>
            <a:lvl8pPr marL="3111429" indent="0">
              <a:buNone/>
              <a:defRPr sz="972"/>
            </a:lvl8pPr>
            <a:lvl9pPr marL="3555919" indent="0">
              <a:buNone/>
              <a:defRPr sz="97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7200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1852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6329" y="354983"/>
            <a:ext cx="2053828" cy="56503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4844" y="354983"/>
            <a:ext cx="6042422" cy="565039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21049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844" y="354984"/>
            <a:ext cx="8215313" cy="12887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4844" y="1774913"/>
            <a:ext cx="8215313" cy="4230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4844" y="6179786"/>
            <a:ext cx="2143125" cy="35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88445-50C6-8440-8C0A-470BD9924393}" type="datetimeFigureOut">
              <a:rPr lang="en-FI" smtClean="0"/>
              <a:t>3.9.2026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5156" y="6179786"/>
            <a:ext cx="3214688" cy="35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7031" y="6179786"/>
            <a:ext cx="2143125" cy="3549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45281-AFBD-FE4E-BFB4-2970142F8342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30799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88980" rtl="0" eaLnBrk="1" latinLnBrk="0" hangingPunct="1">
        <a:lnSpc>
          <a:spcPct val="90000"/>
        </a:lnSpc>
        <a:spcBef>
          <a:spcPct val="0"/>
        </a:spcBef>
        <a:buNone/>
        <a:defRPr sz="42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245" indent="-222245" algn="l" defTabSz="888980" rtl="0" eaLnBrk="1" latinLnBrk="0" hangingPunct="1">
        <a:lnSpc>
          <a:spcPct val="90000"/>
        </a:lnSpc>
        <a:spcBef>
          <a:spcPts val="972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1pPr>
      <a:lvl2pPr marL="666735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1111225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55571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4pPr>
      <a:lvl5pPr marL="200020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5pPr>
      <a:lvl6pPr marL="244469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6pPr>
      <a:lvl7pPr marL="288918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7pPr>
      <a:lvl8pPr marL="333367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8pPr>
      <a:lvl9pPr marL="3778164" indent="-222245" algn="l" defTabSz="888980" rtl="0" eaLnBrk="1" latinLnBrk="0" hangingPunct="1">
        <a:lnSpc>
          <a:spcPct val="90000"/>
        </a:lnSpc>
        <a:spcBef>
          <a:spcPts val="486"/>
        </a:spcBef>
        <a:buFont typeface="Arial" panose="020B0604020202020204" pitchFamily="34" charset="0"/>
        <a:buChar char="•"/>
        <a:defRPr sz="1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1pPr>
      <a:lvl2pPr marL="44449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2pPr>
      <a:lvl3pPr marL="88898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70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4pPr>
      <a:lvl5pPr marL="177795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5pPr>
      <a:lvl6pPr marL="222244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6pPr>
      <a:lvl7pPr marL="266693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7pPr>
      <a:lvl8pPr marL="311142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8pPr>
      <a:lvl9pPr marL="3555919" algn="l" defTabSz="888980" rtl="0" eaLnBrk="1" latinLnBrk="0" hangingPunct="1">
        <a:defRPr sz="1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A33B86C-5A9C-9D19-3AE6-F71D15D3D8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5606144"/>
              </p:ext>
            </p:extLst>
          </p:nvPr>
        </p:nvGraphicFramePr>
        <p:xfrm>
          <a:off x="0" y="0"/>
          <a:ext cx="9524999" cy="666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51769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8a4f3a0-6b12-4300-8ba5-abad9e489397}" enabled="1" method="Standard" siteId="{7d0282e4-daff-49b4-beed-cde3f5d0c44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Tapio Heiskanen</dc:creator>
  <cp:lastModifiedBy>Tapio Heiskanen</cp:lastModifiedBy>
  <cp:revision>1</cp:revision>
  <dcterms:created xsi:type="dcterms:W3CDTF">2026-09-03T05:17:20Z</dcterms:created>
  <dcterms:modified xsi:type="dcterms:W3CDTF">2026-09-03T05:41:41Z</dcterms:modified>
</cp:coreProperties>
</file>